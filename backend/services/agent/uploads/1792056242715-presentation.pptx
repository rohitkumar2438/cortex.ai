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Cortex AI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Generated by Cortex AI Multi-Agent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Slide 1: Key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31570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built ppt on operating system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2026-10-15T09:24:02Z</dcterms:created>
  <dcterms:modified xsi:type="dcterms:W3CDTF">2026-10-15T09:24:02Z</dcterms:modified>
</cp:coreProperties>
</file>