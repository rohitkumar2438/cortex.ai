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Cortex AI Presentation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Generated by Cortex AI Multi-Agent 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Slide 1: Key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31570"/>
            <a:ext cx="8229600" cy="3343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75569"/>
                </a:solidFill>
              </a:rPr>
              <a:t>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2026-10-15T09:22:00Z</dcterms:created>
  <dcterms:modified xsi:type="dcterms:W3CDTF">2026-10-15T09:22:00Z</dcterms:modified>
</cp:coreProperties>
</file>